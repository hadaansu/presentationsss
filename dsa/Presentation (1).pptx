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E031F7-D041-4E8C-B66F-83F571FEDF6B}" v="775" dt="2025-04-16T15:30:21.677"/>
    <p1510:client id="{956B8E59-ACB6-895E-90AD-A4F143343918}" v="40" dt="2025-04-17T03:08:51.4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8" d="100"/>
          <a:sy n="88" d="100"/>
        </p:scale>
        <p:origin x="23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F49D6F5-A9D4-C22B-732C-A31A172FB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2093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E11AFD6E-3459-290F-1147-F0C47ACEE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6774"/>
            <a:ext cx="9144000" cy="106689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cap="all" spc="3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54674D3-6FB9-5549-B0F2-FD61E82D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E39B8-A7CB-4B82-AC0C-44B99F546761}" type="datetimeFigureOut">
              <a:rPr lang="en-US" dirty="0"/>
              <a:t>4/17/2025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B239BBC-C979-2C77-493E-CF5498AE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3813B7E-A51C-D9CD-2189-650A9D63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104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1E155F0-A6D4-C39B-394F-0B16E9C9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BD1860F-B260-57CE-E12B-2C9486031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F745C9F-D94D-E5D3-B73A-20621FA53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E3940-CA92-4FEE-A698-62CF7BC5AC36}" type="datetimeFigureOut">
              <a:rPr lang="en-US" dirty="0"/>
              <a:t>4/17/2025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5FAB243-BB42-966A-4708-15C9B11D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5C3A3BD-2CC5-03D3-4CD6-E31A55BA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132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2D8633-AC3B-E617-1C54-84932DDD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236" y="1514688"/>
            <a:ext cx="8584164" cy="3138875"/>
          </a:xfrm>
        </p:spPr>
        <p:txBody>
          <a:bodyPr anchor="b">
            <a:normAutofit/>
          </a:bodyPr>
          <a:lstStyle>
            <a:lvl1pPr>
              <a:defRPr sz="36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CF68C242-ECAB-AEC3-7E9B-F9854AF31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236" y="4963885"/>
            <a:ext cx="8584165" cy="1125765"/>
          </a:xfrm>
        </p:spPr>
        <p:txBody>
          <a:bodyPr>
            <a:normAutofit/>
          </a:bodyPr>
          <a:lstStyle>
            <a:lvl1pPr marL="0" indent="0">
              <a:buNone/>
              <a:defRPr sz="1600" cap="all" spc="300" baseline="0">
                <a:solidFill>
                  <a:schemeClr val="tx2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20D9B82-EEF4-2CD7-61FE-BAFB2B96D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CD641-6C35-45D1-9313-2719E9EA8AD8}" type="datetimeFigureOut">
              <a:rPr lang="en-US" dirty="0"/>
              <a:t>4/17/2025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9A222B6-F7A8-70A5-B023-FCAD5D7C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E85D758-2E38-8A8D-75BC-667F6A23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159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1F60DFF-11BD-F5F4-35D4-1986ABBD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C5D1279-E9A9-702E-144D-61114B788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824" y="2159175"/>
            <a:ext cx="4977453" cy="40177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1584E624-7A76-56EC-FA0D-E2AA8EF9B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391" y="2159175"/>
            <a:ext cx="4985785" cy="40177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99D7DF5-30AD-AE47-D516-5CEE8277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1268-3A74-4110-8F08-063DFB8BB885}" type="datetimeFigureOut">
              <a:rPr lang="en-US" dirty="0"/>
              <a:t>4/17/2025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B05C503-B649-B083-6341-F6E376AF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1E53EA35-CF5A-DB36-8B14-5C184B6F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614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1ABA3D8-FDD9-329B-BCC6-BBF47F01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48" y="602671"/>
            <a:ext cx="10429303" cy="76892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2EEF7DC-0699-CB3C-A7CB-39035D89A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349" y="1696325"/>
            <a:ext cx="4963538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252EB40-99E1-CCA4-BAFA-F51AA56CF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1349" y="2344025"/>
            <a:ext cx="4963538" cy="3833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038979BC-6B50-751D-D569-F360938B0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2669" y="1696325"/>
            <a:ext cx="4987982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84A3A26F-230E-2D25-6BDC-6ECA00FAE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2669" y="2344025"/>
            <a:ext cx="4987982" cy="3833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48182A01-DE7C-3BA4-96FF-CDEF2F60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1C1AF-C1FB-48A7-98B4-E595E63F6614}" type="datetimeFigureOut">
              <a:rPr lang="en-US" dirty="0"/>
              <a:t>4/17/2025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6FCAA828-0166-8ECD-BCE8-654BEFDD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7690C0D2-459A-04AA-FD90-7687D2FE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364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00D549F-FA71-857F-E02E-3CB63CE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6F569611-F911-D3D4-B613-ACCDA56C4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44C44-5F8C-4BEA-BBCE-8694F126DC43}" type="datetimeFigureOut">
              <a:rPr lang="en-US" dirty="0"/>
              <a:t>4/17/2025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F6EA1961-0B6B-8FEB-F2CB-C42E90EF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F42AA80E-3139-9F1B-9C3E-2A76628C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623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1AF54789-9F96-511A-0FB6-24F6A8418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E56F9-C8F2-4EF7-8042-704C94FF2795}" type="datetimeFigureOut">
              <a:rPr lang="en-US" dirty="0"/>
              <a:t>4/17/2025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8B780399-ADEF-8F74-9F59-6AD804C9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5B6A34F-ABAB-9C4E-38A1-C6EEB944B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968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EFE3917-2BF6-1CE2-F34B-49F0D09A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3640713" cy="206259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0815B8F-A9F3-8583-FFF1-175021F17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898" y="807867"/>
            <a:ext cx="5922489" cy="505318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C5D90AFF-A949-CE9E-6B94-C1B619612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0713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A95267E-088F-FB9A-9469-551890F2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32DF-953D-44BD-83F8-5D8DA76EA12A}" type="datetimeFigureOut">
              <a:rPr lang="en-US" dirty="0"/>
              <a:t>4/17/2025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8EA3FFC-B3A6-C0B6-5DAE-70BE0D6F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B108D35F-BC2E-8D14-060F-449CBAF7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28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38909ED-ED97-A3CE-5569-77B45F41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0881"/>
            <a:ext cx="3639312" cy="206259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0683BB3A-9E24-DE4C-9619-1502F1B6F38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247408" y="919595"/>
            <a:ext cx="6107979" cy="501361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94B4CE1F-29E0-88BB-8489-E58236B8B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3889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724B7212-6816-FFD1-50B2-58844AD3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F326D-65F4-4B2F-9A62-9E4BD9402C47}" type="datetimeFigureOut">
              <a:rPr lang="en-US" dirty="0"/>
              <a:t>4/17/2025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A2417744-5A24-B7B7-5FD6-E98E60832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14CDA4D1-A71D-A7A6-3D0C-294E5D28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306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7C990AE-F72C-4C2E-E2D0-7A8D7EEF0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1F41B46D-142E-8C8E-C4F4-B6B1586A6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54D92E3-36AD-2615-0166-6B73C34F1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42F6F-0846-489A-A4BC-61B476BE2887}" type="datetimeFigureOut">
              <a:rPr lang="en-US" dirty="0"/>
              <a:t>4/17/2025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10BFB69-319D-2284-2734-217160D3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A6883B0-C775-5BD2-8EC6-A41D19BC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877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19040463-6D41-8D45-088A-540B0D188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92281"/>
            <a:ext cx="2628900" cy="558468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8B5F2276-7F04-F3F7-E3CE-F81C8DC63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92281"/>
            <a:ext cx="7734300" cy="558468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71802BF-9E0C-3251-8FAE-81F07DB0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DF21-A340-467A-94AB-9502647BB771}" type="datetimeFigureOut">
              <a:rPr lang="en-US" dirty="0"/>
              <a:t>4/17/2025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29F1754-5B8F-A9FA-E8B1-06E04CE28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F01E6A8-5139-ECD4-CC0C-32FFC674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970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5858A62-FE72-978B-BE71-05908D82E1A4}"/>
              </a:ext>
            </a:extLst>
          </p:cNvPr>
          <p:cNvSpPr/>
          <p:nvPr/>
        </p:nvSpPr>
        <p:spPr>
          <a:xfrm>
            <a:off x="0" y="0"/>
            <a:ext cx="12192000" cy="6860161"/>
          </a:xfrm>
          <a:prstGeom prst="rect">
            <a:avLst/>
          </a:prstGeom>
          <a:solidFill>
            <a:schemeClr val="bg2">
              <a:lumMod val="75000"/>
              <a:alpha val="1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5BFA14B7-4740-5D9F-6489-BAD00C3E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7790487F-803F-C5AF-BD93-39C0FC738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7824" y="2157984"/>
            <a:ext cx="10442448" cy="3903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586FCEF-4EDF-C2EF-7D81-FEFF7042F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fld id="{F9B0CB28-85DB-480B-8C99-FD493ACC7120}" type="datetimeFigureOut">
              <a:rPr lang="en-US" dirty="0"/>
              <a:t>4/17/2025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A4663BC-4D46-C74D-DDF2-9D25B4D96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71B4EAE-CB5C-D14B-77EF-7B155FA68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fld id="{5E4DE196-8A13-4FF7-A07E-102851959EAB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7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orient="horz" pos="3816">
          <p15:clr>
            <a:srgbClr val="F26B43"/>
          </p15:clr>
        </p15:guide>
        <p15:guide id="6" orient="horz" pos="117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3400" y="908651"/>
            <a:ext cx="4937004" cy="3419947"/>
          </a:xfrm>
        </p:spPr>
        <p:txBody>
          <a:bodyPr anchor="t">
            <a:normAutofit/>
          </a:bodyPr>
          <a:lstStyle/>
          <a:p>
            <a:r>
              <a:rPr lang="en-GB" sz="6500" dirty="0"/>
              <a:t>Task schedular</a:t>
            </a:r>
            <a:br>
              <a:rPr lang="en-GB" sz="6500" dirty="0"/>
            </a:br>
            <a:r>
              <a:rPr lang="en-GB" sz="4400" dirty="0"/>
              <a:t>using </a:t>
            </a:r>
            <a:r>
              <a:rPr lang="en-GB" sz="4400" err="1"/>
              <a:t>c++</a:t>
            </a:r>
            <a:endParaRPr lang="en-GB" sz="44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3400" y="4341862"/>
            <a:ext cx="4172757" cy="1607487"/>
          </a:xfrm>
        </p:spPr>
        <p:txBody>
          <a:bodyPr anchor="b">
            <a:normAutofit/>
          </a:bodyPr>
          <a:lstStyle/>
          <a:p>
            <a:r>
              <a:rPr lang="en-GB" sz="2400" dirty="0"/>
              <a:t>By- Anshu Hada</a:t>
            </a:r>
          </a:p>
          <a:p>
            <a:r>
              <a:rPr lang="en-GB" sz="2400" dirty="0"/>
              <a:t>Section- A</a:t>
            </a:r>
          </a:p>
        </p:txBody>
      </p:sp>
      <p:pic>
        <p:nvPicPr>
          <p:cNvPr id="5" name="Picture 4" descr="preencoded.png">
            <a:extLst>
              <a:ext uri="{FF2B5EF4-FFF2-40B4-BE49-F238E27FC236}">
                <a16:creationId xmlns="" xmlns:a16="http://schemas.microsoft.com/office/drawing/2014/main" id="{821FAD68-ECFB-7DC5-499C-1D1647821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3929" y="-2241"/>
            <a:ext cx="6082553" cy="686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737A71-182E-CF52-5F66-DE97D8184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E62A753-C1DD-E384-7DC1-FFD0AC706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85816"/>
            <a:ext cx="6858854" cy="40760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2400" dirty="0">
                <a:latin typeface="Times New Roman"/>
                <a:cs typeface="Times New Roman"/>
              </a:rPr>
              <a:t>A Task Scheduler is a tool designed to help people organize, manage, and prioritize tasks. </a:t>
            </a:r>
            <a:endParaRPr lang="en-GB" sz="2400" dirty="0" smtClean="0">
              <a:latin typeface="Times New Roman"/>
              <a:cs typeface="Times New Roman"/>
            </a:endParaRPr>
          </a:p>
          <a:p>
            <a:r>
              <a:rPr lang="en-US" sz="2400" dirty="0" smtClean="0"/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Scheduler provides a useful way to manage multiple tasks based on priority and deadlines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/>
                <a:cs typeface="Times New Roman"/>
              </a:rPr>
              <a:t> It  allows users to keep track of their progress, mark tasks as completed, and receive reminders for incomplete tasks. This helps users stay organized and meet their deadlines on time.</a:t>
            </a:r>
          </a:p>
        </p:txBody>
      </p:sp>
      <p:pic>
        <p:nvPicPr>
          <p:cNvPr id="4" name="Picture 3" descr="Tasks Vectors - Download Free High-Quality Vectors from Freepik | Freepik">
            <a:extLst>
              <a:ext uri="{FF2B5EF4-FFF2-40B4-BE49-F238E27FC236}">
                <a16:creationId xmlns="" xmlns:a16="http://schemas.microsoft.com/office/drawing/2014/main" id="{674863D9-09F3-B5E5-4ACF-9F4C32B32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9488" y="1164997"/>
            <a:ext cx="3919817" cy="4090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7400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73BD8C6-0C19-BCE8-9090-2F85555F3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3954" y="685351"/>
            <a:ext cx="6401531" cy="942282"/>
          </a:xfrm>
        </p:spPr>
        <p:txBody>
          <a:bodyPr>
            <a:normAutofit fontScale="90000"/>
          </a:bodyPr>
          <a:lstStyle/>
          <a:p>
            <a:r>
              <a:rPr lang="en-GB" dirty="0"/>
              <a:t>Objective  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894A32B-0867-CC84-6604-16CB1B5D9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7646" y="1234023"/>
            <a:ext cx="7006955" cy="476698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GB" sz="2000" dirty="0">
                <a:latin typeface="Times New Roman"/>
                <a:cs typeface="Times New Roman"/>
              </a:rPr>
              <a:t>The main objective of this project is to helps users effectively manage tasks based on their priorities and deadlines. </a:t>
            </a:r>
            <a:endParaRPr lang="en-US" sz="2000" dirty="0"/>
          </a:p>
          <a:p>
            <a:pPr marL="0" indent="0" algn="just">
              <a:buNone/>
            </a:pPr>
            <a:r>
              <a:rPr lang="en-GB" sz="2000" dirty="0">
                <a:latin typeface="Times New Roman"/>
                <a:cs typeface="Times New Roman"/>
              </a:rPr>
              <a:t>The key goals are:</a:t>
            </a:r>
          </a:p>
          <a:p>
            <a:pPr algn="just"/>
            <a:r>
              <a:rPr lang="en-GB" sz="2000" b="1" u="sng" dirty="0">
                <a:latin typeface="Times New Roman"/>
                <a:ea typeface="+mn-lt"/>
                <a:cs typeface="+mn-lt"/>
              </a:rPr>
              <a:t>Task Management</a:t>
            </a:r>
            <a:r>
              <a:rPr lang="en-GB" sz="2000" dirty="0">
                <a:latin typeface="Times New Roman"/>
                <a:cs typeface="Times New Roman"/>
              </a:rPr>
              <a:t>: Provide an easy way to add, update, delete, and search for tasks.</a:t>
            </a:r>
          </a:p>
          <a:p>
            <a:pPr algn="just"/>
            <a:r>
              <a:rPr lang="en-GB" sz="2000" b="1" u="sng" dirty="0">
                <a:latin typeface="Times New Roman"/>
                <a:ea typeface="+mn-lt"/>
                <a:cs typeface="+mn-lt"/>
              </a:rPr>
              <a:t>Priority Handling</a:t>
            </a:r>
            <a:r>
              <a:rPr lang="en-GB" sz="2000" dirty="0">
                <a:latin typeface="Times New Roman"/>
                <a:cs typeface="Times New Roman"/>
              </a:rPr>
              <a:t>: Ensure that tasks with higher priority </a:t>
            </a:r>
            <a:r>
              <a:rPr lang="en-GB" sz="2000" dirty="0">
                <a:latin typeface="Times New Roman"/>
                <a:cs typeface="Times New Roman"/>
              </a:rPr>
              <a:t>are handled first.</a:t>
            </a:r>
            <a:endParaRPr lang="en-GB" sz="2000" dirty="0">
              <a:latin typeface="Times New Roman"/>
              <a:cs typeface="Times New Roman"/>
            </a:endParaRPr>
          </a:p>
          <a:p>
            <a:pPr algn="just"/>
            <a:r>
              <a:rPr lang="en-GB" sz="2000" b="1" u="sng" dirty="0">
                <a:latin typeface="Times New Roman"/>
                <a:ea typeface="+mn-lt"/>
                <a:cs typeface="+mn-lt"/>
              </a:rPr>
              <a:t>Deadline Tracking</a:t>
            </a:r>
            <a:r>
              <a:rPr lang="en-GB" sz="2000" dirty="0">
                <a:latin typeface="Times New Roman"/>
                <a:cs typeface="Times New Roman"/>
              </a:rPr>
              <a:t>: Track deadlines and ensure timely completion.</a:t>
            </a:r>
          </a:p>
          <a:p>
            <a:pPr algn="just"/>
            <a:r>
              <a:rPr lang="en-GB" sz="2000" b="1" u="sng" dirty="0">
                <a:latin typeface="Times New Roman"/>
                <a:ea typeface="+mn-lt"/>
                <a:cs typeface="+mn-lt"/>
              </a:rPr>
              <a:t>Progress Monitoring</a:t>
            </a:r>
            <a:r>
              <a:rPr lang="en-GB" sz="2000" dirty="0">
                <a:latin typeface="Times New Roman"/>
                <a:cs typeface="Times New Roman"/>
              </a:rPr>
              <a:t>: Evaluate the weekly progress of task completion.</a:t>
            </a:r>
          </a:p>
          <a:p>
            <a:pPr algn="just"/>
            <a:r>
              <a:rPr lang="en-GB" sz="2000" b="1" u="sng" dirty="0">
                <a:latin typeface="Times New Roman"/>
                <a:cs typeface="Times New Roman"/>
              </a:rPr>
              <a:t>Reminders</a:t>
            </a:r>
            <a:r>
              <a:rPr lang="en-GB" sz="2000" dirty="0">
                <a:latin typeface="Times New Roman"/>
                <a:cs typeface="Times New Roman"/>
              </a:rPr>
              <a:t>: Provide reminders for tasks that are not completed.</a:t>
            </a:r>
          </a:p>
        </p:txBody>
      </p:sp>
      <p:pic>
        <p:nvPicPr>
          <p:cNvPr id="6" name="Picture 5" descr="Task Reminders Stock Illustrations – 1,365 Task Reminders Stock  Illustrations, Vectors &amp; Clipart - Dreamstime">
            <a:extLst>
              <a:ext uri="{FF2B5EF4-FFF2-40B4-BE49-F238E27FC236}">
                <a16:creationId xmlns="" xmlns:a16="http://schemas.microsoft.com/office/drawing/2014/main" id="{9BD99C75-553F-3B2A-E281-99680B01E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99" y="909182"/>
            <a:ext cx="4361144" cy="509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12080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78C16FA-8B4A-E7A7-6D39-770D55CF0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functionalities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88B991C-2CED-FCCC-2D97-AC6E611A2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10513"/>
            <a:ext cx="10691265" cy="425137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None/>
            </a:pPr>
            <a:r>
              <a:rPr lang="en-GB" sz="2000" dirty="0">
                <a:latin typeface="Times New Roman"/>
                <a:cs typeface="Times New Roman"/>
              </a:rPr>
              <a:t>The Task Scheduler has the following key functionalities to help users efficiently manage their tasks:</a:t>
            </a:r>
          </a:p>
          <a:p>
            <a:r>
              <a:rPr lang="en-GB" sz="2000" b="1" u="sng" dirty="0">
                <a:latin typeface="Times New Roman"/>
                <a:cs typeface="Times New Roman"/>
              </a:rPr>
              <a:t>Add Task</a:t>
            </a:r>
          </a:p>
          <a:p>
            <a:r>
              <a:rPr lang="en-GB" sz="2000" b="1" u="sng" dirty="0">
                <a:latin typeface="Times New Roman"/>
                <a:cs typeface="Times New Roman"/>
              </a:rPr>
              <a:t>View Tasks </a:t>
            </a:r>
            <a:endParaRPr lang="en-GB" sz="2000" b="1">
              <a:latin typeface="Times New Roman"/>
              <a:cs typeface="Times New Roman"/>
            </a:endParaRPr>
          </a:p>
          <a:p>
            <a:r>
              <a:rPr lang="en-GB" sz="2000" b="1" u="sng" dirty="0">
                <a:latin typeface="Times New Roman"/>
                <a:cs typeface="Times New Roman"/>
              </a:rPr>
              <a:t>Search Task</a:t>
            </a:r>
            <a:endParaRPr lang="en-GB" sz="2000" b="1">
              <a:latin typeface="Times New Roman"/>
              <a:cs typeface="Times New Roman"/>
            </a:endParaRPr>
          </a:p>
          <a:p>
            <a:r>
              <a:rPr lang="en-GB" sz="2000" b="1" u="sng" dirty="0">
                <a:latin typeface="Times New Roman"/>
                <a:cs typeface="Times New Roman"/>
              </a:rPr>
              <a:t>Delete Task</a:t>
            </a:r>
            <a:endParaRPr lang="en-GB" sz="2000" b="1">
              <a:latin typeface="Times New Roman"/>
              <a:cs typeface="Times New Roman"/>
            </a:endParaRPr>
          </a:p>
          <a:p>
            <a:r>
              <a:rPr lang="en-GB" sz="2000" b="1" u="sng" dirty="0">
                <a:latin typeface="Times New Roman"/>
                <a:cs typeface="Times New Roman"/>
              </a:rPr>
              <a:t>Mark Task as Completed</a:t>
            </a:r>
            <a:endParaRPr lang="en-GB" sz="2000" b="1">
              <a:latin typeface="Times New Roman"/>
              <a:cs typeface="Times New Roman"/>
            </a:endParaRPr>
          </a:p>
          <a:p>
            <a:r>
              <a:rPr lang="en-GB" sz="2000" b="1" u="sng" dirty="0">
                <a:latin typeface="Times New Roman"/>
                <a:cs typeface="Times New Roman"/>
              </a:rPr>
              <a:t>Track Weekly Progress</a:t>
            </a:r>
            <a:endParaRPr lang="en-GB" sz="2000" b="1">
              <a:latin typeface="Times New Roman"/>
              <a:cs typeface="Times New Roman"/>
            </a:endParaRPr>
          </a:p>
          <a:p>
            <a:r>
              <a:rPr lang="en-GB" sz="2000" b="1" u="sng" dirty="0">
                <a:latin typeface="Times New Roman"/>
                <a:cs typeface="Times New Roman"/>
              </a:rPr>
              <a:t>Reminders for Pending Tasks</a:t>
            </a:r>
          </a:p>
        </p:txBody>
      </p:sp>
    </p:spTree>
    <p:extLst>
      <p:ext uri="{BB962C8B-B14F-4D97-AF65-F5344CB8AC3E}">
        <p14:creationId xmlns:p14="http://schemas.microsoft.com/office/powerpoint/2010/main" val="3342257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33AF526-F5EA-A5B9-1B37-FA1365EEA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900586"/>
          </a:xfrm>
        </p:spPr>
        <p:txBody>
          <a:bodyPr/>
          <a:lstStyle/>
          <a:p>
            <a:r>
              <a:rPr lang="en-GB" dirty="0"/>
              <a:t>Tools and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2401251-322A-949E-ADEF-3A3239909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594925"/>
            <a:ext cx="10422324" cy="4366963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GB" sz="2000" b="1" u="sng" dirty="0">
                <a:latin typeface="Times New Roman"/>
                <a:cs typeface="Times New Roman"/>
              </a:rPr>
              <a:t>IDE (Integrated Development Environment):</a:t>
            </a:r>
            <a:r>
              <a:rPr lang="en-GB" sz="2000" dirty="0">
                <a:latin typeface="Times New Roman"/>
                <a:cs typeface="Times New Roman"/>
              </a:rPr>
              <a:t> </a:t>
            </a:r>
            <a:r>
              <a:rPr lang="en-GB" sz="2000" dirty="0" smtClean="0">
                <a:latin typeface="Times New Roman"/>
                <a:cs typeface="Times New Roman"/>
              </a:rPr>
              <a:t>This </a:t>
            </a:r>
            <a:r>
              <a:rPr lang="en-GB" sz="2000" dirty="0">
                <a:latin typeface="Times New Roman"/>
                <a:cs typeface="Times New Roman"/>
              </a:rPr>
              <a:t>project used Dev-C++ IDE to write, edit, and debug code.</a:t>
            </a:r>
            <a:endParaRPr lang="en-US" sz="2000" dirty="0"/>
          </a:p>
          <a:p>
            <a:pPr algn="just"/>
            <a:r>
              <a:rPr lang="en-GB" sz="2000" b="1" u="sng" dirty="0">
                <a:latin typeface="Times New Roman"/>
                <a:cs typeface="Times New Roman"/>
              </a:rPr>
              <a:t>Libraries</a:t>
            </a:r>
            <a:r>
              <a:rPr lang="en-GB" sz="2000" u="sng" dirty="0">
                <a:latin typeface="Times New Roman"/>
                <a:cs typeface="Times New Roman"/>
              </a:rPr>
              <a:t>:</a:t>
            </a:r>
            <a:r>
              <a:rPr lang="en-GB" sz="2000" dirty="0">
                <a:latin typeface="Times New Roman"/>
                <a:cs typeface="Times New Roman"/>
              </a:rPr>
              <a:t> </a:t>
            </a:r>
            <a:r>
              <a:rPr lang="en-GB" sz="2000" dirty="0" smtClean="0">
                <a:latin typeface="Times New Roman"/>
                <a:cs typeface="Times New Roman"/>
              </a:rPr>
              <a:t>This </a:t>
            </a:r>
            <a:r>
              <a:rPr lang="en-GB" sz="2000" dirty="0">
                <a:latin typeface="Times New Roman"/>
                <a:cs typeface="Times New Roman"/>
              </a:rPr>
              <a:t>application used libraries such as the Standard C++ Library like iostream, string, </a:t>
            </a:r>
            <a:r>
              <a:rPr lang="en-GB" sz="2000" dirty="0" err="1">
                <a:latin typeface="Times New Roman"/>
                <a:cs typeface="Times New Roman"/>
              </a:rPr>
              <a:t>iomanip</a:t>
            </a:r>
            <a:r>
              <a:rPr lang="en-GB" sz="2000" dirty="0">
                <a:latin typeface="Times New Roman"/>
                <a:cs typeface="Times New Roman"/>
              </a:rPr>
              <a:t>, and c time for input/output, string manipulation, formatting, and retrieve the current date and time.</a:t>
            </a:r>
          </a:p>
          <a:p>
            <a:pPr algn="just"/>
            <a:r>
              <a:rPr lang="en-GB" sz="2000" b="1" u="sng" dirty="0">
                <a:latin typeface="Times New Roman"/>
                <a:cs typeface="Times New Roman"/>
              </a:rPr>
              <a:t>Data Structures</a:t>
            </a:r>
            <a:r>
              <a:rPr lang="en-GB" sz="2000" b="1" dirty="0">
                <a:latin typeface="Times New Roman"/>
                <a:cs typeface="Times New Roman"/>
              </a:rPr>
              <a:t>: </a:t>
            </a:r>
            <a:endParaRPr lang="en-US" sz="2000" b="1" dirty="0">
              <a:latin typeface="Calisto MT"/>
              <a:cs typeface="Times New Roman"/>
            </a:endParaRPr>
          </a:p>
          <a:p>
            <a:pPr marL="0" indent="0" algn="just">
              <a:buNone/>
            </a:pPr>
            <a:r>
              <a:rPr lang="en-GB" sz="2000" dirty="0">
                <a:latin typeface="Times New Roman"/>
                <a:cs typeface="Times New Roman"/>
              </a:rPr>
              <a:t>   It uses a priority queue (implemented with a heap) to manage tasks based on priority, ensuring high priority tasks are handled first. </a:t>
            </a:r>
            <a:endParaRPr lang="en-US" sz="2000" dirty="0">
              <a:latin typeface="Calisto MT"/>
              <a:cs typeface="Times New Roman"/>
            </a:endParaRPr>
          </a:p>
          <a:p>
            <a:pPr marL="0" indent="0" algn="just">
              <a:buNone/>
            </a:pPr>
            <a:r>
              <a:rPr lang="en-GB" sz="2000" b="1" dirty="0">
                <a:latin typeface="Times New Roman"/>
                <a:cs typeface="Times New Roman"/>
              </a:rPr>
              <a:t>   </a:t>
            </a:r>
            <a:r>
              <a:rPr lang="en-GB" sz="2000" dirty="0">
                <a:latin typeface="Times New Roman"/>
                <a:cs typeface="Times New Roman"/>
              </a:rPr>
              <a:t>Dynamic arrays store tasks, allowing for flexible memory management as the number of tasks grows.</a:t>
            </a:r>
            <a:endParaRPr lang="en-US" sz="2000" dirty="0">
              <a:latin typeface="Calisto MT"/>
              <a:cs typeface="Times New Roman"/>
            </a:endParaRPr>
          </a:p>
          <a:p>
            <a:pPr marL="0" indent="0" algn="just">
              <a:buNone/>
            </a:pPr>
            <a:r>
              <a:rPr lang="en-GB" sz="2000" dirty="0">
                <a:latin typeface="Times New Roman"/>
                <a:cs typeface="Times New Roman"/>
              </a:rPr>
              <a:t> Structures are used to organize and store task details like name, description</a:t>
            </a:r>
            <a:r>
              <a:rPr lang="en-GB" sz="2000">
                <a:latin typeface="Times New Roman"/>
                <a:cs typeface="Times New Roman"/>
              </a:rPr>
              <a:t>, </a:t>
            </a:r>
            <a:r>
              <a:rPr lang="en-GB" sz="2000" smtClean="0">
                <a:latin typeface="Times New Roman"/>
                <a:cs typeface="Times New Roman"/>
              </a:rPr>
              <a:t>priority </a:t>
            </a:r>
            <a:r>
              <a:rPr lang="en-GB" sz="2000" smtClean="0">
                <a:latin typeface="Times New Roman"/>
                <a:cs typeface="Times New Roman"/>
              </a:rPr>
              <a:t>and</a:t>
            </a:r>
            <a:r>
              <a:rPr lang="en-GB" sz="2000" smtClean="0">
                <a:latin typeface="Times New Roman"/>
                <a:cs typeface="Times New Roman"/>
              </a:rPr>
              <a:t> </a:t>
            </a:r>
            <a:r>
              <a:rPr lang="en-GB" sz="2000" dirty="0" smtClean="0">
                <a:latin typeface="Times New Roman"/>
                <a:cs typeface="Times New Roman"/>
              </a:rPr>
              <a:t>deadline.</a:t>
            </a:r>
            <a:r>
              <a:rPr lang="en-US" sz="2000" dirty="0"/>
              <a:t/>
            </a:r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35357870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1B9F492-E440-1F61-5F37-896DC7F12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7116704" cy="940844"/>
          </a:xfrm>
        </p:spPr>
        <p:txBody>
          <a:bodyPr>
            <a:normAutofit/>
          </a:bodyPr>
          <a:lstStyle/>
          <a:p>
            <a:r>
              <a:rPr lang="en-GB" sz="3600" dirty="0"/>
              <a:t>Conclusion</a:t>
            </a:r>
          </a:p>
        </p:txBody>
      </p:sp>
      <p:sp>
        <p:nvSpPr>
          <p:cNvPr id="39" name="Content Placeholder 7">
            <a:extLst>
              <a:ext uri="{FF2B5EF4-FFF2-40B4-BE49-F238E27FC236}">
                <a16:creationId xmlns="" xmlns:a16="http://schemas.microsoft.com/office/drawing/2014/main" id="{F36FD79A-5D7C-C384-FF6D-D47574FA8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1990943"/>
            <a:ext cx="6657263" cy="416398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The Task Scheduler helps </a:t>
            </a:r>
            <a:r>
              <a:rPr lang="en-GB" sz="2400" dirty="0">
                <a:latin typeface="Times New Roman"/>
                <a:cs typeface="Times New Roman"/>
              </a:rPr>
              <a:t>to track of  progress, mark tasks as completed, and receive reminders for incomplete tasks. </a:t>
            </a:r>
            <a:endParaRPr lang="en-US" sz="2400" dirty="0">
              <a:latin typeface="Times New Roman"/>
              <a:cs typeface="Times New Roman"/>
            </a:endParaRPr>
          </a:p>
          <a:p>
            <a:r>
              <a:rPr lang="en-GB" sz="2400" dirty="0">
                <a:latin typeface="Times New Roman"/>
                <a:cs typeface="Times New Roman"/>
              </a:rPr>
              <a:t>This helps users stay organized and meet their deadlines on time.</a:t>
            </a:r>
            <a:endParaRPr lang="en-US" sz="2400" dirty="0">
              <a:latin typeface="Times New Roman"/>
              <a:cs typeface="Times New Roman"/>
            </a:endParaRPr>
          </a:p>
          <a:p>
            <a:r>
              <a:rPr lang="en-GB" sz="2400" dirty="0">
                <a:latin typeface="Times New Roman"/>
                <a:cs typeface="Times New Roman"/>
              </a:rPr>
              <a:t>Tasks are automatically sorted by priority using a priority queue, ensuring that tasks with higher priority are handled first.</a:t>
            </a:r>
            <a:endParaRPr lang="en-US" sz="2400" dirty="0">
              <a:latin typeface="Times New Roman"/>
              <a:cs typeface="Times New Roman"/>
            </a:endParaRPr>
          </a:p>
          <a:p>
            <a:endParaRPr lang="en-GB" sz="2400" dirty="0">
              <a:latin typeface="Times New Roman"/>
              <a:cs typeface="Times New Roman"/>
            </a:endParaRPr>
          </a:p>
          <a:p>
            <a:endParaRPr lang="en-GB" sz="2400" dirty="0">
              <a:latin typeface="Times New Roman"/>
              <a:cs typeface="Times New Roman"/>
            </a:endParaRPr>
          </a:p>
          <a:p>
            <a:endParaRPr lang="en-US" sz="2400" dirty="0">
              <a:latin typeface="Times New Roman"/>
              <a:cs typeface="Times New Roman"/>
            </a:endParaRPr>
          </a:p>
        </p:txBody>
      </p:sp>
      <p:pic>
        <p:nvPicPr>
          <p:cNvPr id="4" name="Content Placeholder 3" descr="Task Reminders Stock Illustrations – 1,365 Task Reminders Stock  Illustrations, Vectors &amp; Clipart - Dreamstime">
            <a:extLst>
              <a:ext uri="{FF2B5EF4-FFF2-40B4-BE49-F238E27FC236}">
                <a16:creationId xmlns="" xmlns:a16="http://schemas.microsoft.com/office/drawing/2014/main" id="{9DC29F74-E0E4-A7E6-4BF4-AF56CB44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76" r="2" b="11084"/>
          <a:stretch/>
        </p:blipFill>
        <p:spPr>
          <a:xfrm>
            <a:off x="7502129" y="1381851"/>
            <a:ext cx="4332308" cy="4030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16104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F602D75-AB39-0059-4E30-794100FE5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5185" y="2734575"/>
            <a:ext cx="3790294" cy="891742"/>
          </a:xfrm>
        </p:spPr>
        <p:txBody>
          <a:bodyPr>
            <a:noAutofit/>
          </a:bodyPr>
          <a:lstStyle/>
          <a:p>
            <a:r>
              <a:rPr lang="en-GB" sz="4000" dirty="0"/>
              <a:t>Thank  you!!</a:t>
            </a:r>
          </a:p>
        </p:txBody>
      </p:sp>
    </p:spTree>
    <p:extLst>
      <p:ext uri="{BB962C8B-B14F-4D97-AF65-F5344CB8AC3E}">
        <p14:creationId xmlns:p14="http://schemas.microsoft.com/office/powerpoint/2010/main" val="1384262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ohoVogueVTI">
  <a:themeElements>
    <a:clrScheme name="BohoVogueVTI">
      <a:dk1>
        <a:sysClr val="windowText" lastClr="000000"/>
      </a:dk1>
      <a:lt1>
        <a:sysClr val="window" lastClr="FFFFFF"/>
      </a:lt1>
      <a:dk2>
        <a:srgbClr val="35403A"/>
      </a:dk2>
      <a:lt2>
        <a:srgbClr val="F1EFEB"/>
      </a:lt2>
      <a:accent1>
        <a:srgbClr val="9E8B50"/>
      </a:accent1>
      <a:accent2>
        <a:srgbClr val="D5966B"/>
      </a:accent2>
      <a:accent3>
        <a:srgbClr val="9BA6BB"/>
      </a:accent3>
      <a:accent4>
        <a:srgbClr val="869880"/>
      </a:accent4>
      <a:accent5>
        <a:srgbClr val="588267"/>
      </a:accent5>
      <a:accent6>
        <a:srgbClr val="B89C46"/>
      </a:accent6>
      <a:hlink>
        <a:srgbClr val="C77138"/>
      </a:hlink>
      <a:folHlink>
        <a:srgbClr val="589374"/>
      </a:folHlink>
    </a:clrScheme>
    <a:fontScheme name="BohoVogueVTI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BohoVogu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hoVogueVTI" id="{587E0025-A466-4551-A341-1A9F570FDF06}" vid="{F615CBBD-D1BB-4663-887F-92A47C7C6A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</TotalTime>
  <Words>263</Words>
  <Application>Microsoft Office PowerPoint</Application>
  <PresentationFormat>Widescreen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 Light</vt:lpstr>
      <vt:lpstr>Arial</vt:lpstr>
      <vt:lpstr>Calisto MT</vt:lpstr>
      <vt:lpstr>Times New Roman</vt:lpstr>
      <vt:lpstr>Walbaum Display</vt:lpstr>
      <vt:lpstr>BohoVogueVTI</vt:lpstr>
      <vt:lpstr>Task schedular using c++</vt:lpstr>
      <vt:lpstr>Introduction:</vt:lpstr>
      <vt:lpstr>Objective   </vt:lpstr>
      <vt:lpstr>Key functionalities</vt:lpstr>
      <vt:lpstr>Tools and resources</vt:lpstr>
      <vt:lpstr>Conclusion</vt:lpstr>
      <vt:lpstr>Thank  you!!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schedular using c++</dc:title>
  <dc:creator/>
  <cp:lastModifiedBy>Microsoft account</cp:lastModifiedBy>
  <cp:revision>318</cp:revision>
  <dcterms:created xsi:type="dcterms:W3CDTF">2025-04-16T14:08:12Z</dcterms:created>
  <dcterms:modified xsi:type="dcterms:W3CDTF">2025-04-17T11:47:05Z</dcterms:modified>
</cp:coreProperties>
</file>